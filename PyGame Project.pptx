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30ECF-4018-4EDB-9032-FACBB5E82957}" v="517" dt="2021-01-13T21:36:14.655"/>
    <p1510:client id="{2206DDCD-2723-48C8-AC13-B881E0ABA9D2}" v="1032" dt="2021-01-14T12:29:13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77" d="100"/>
          <a:sy n="77" d="100"/>
        </p:scale>
        <p:origin x="6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огдан Богдан" userId="a802964b92d6464f" providerId="Windows Live" clId="Web-{1A130ECF-4018-4EDB-9032-FACBB5E82957}"/>
    <pc:docChg chg="addSld modSld addMainMaster delMainMaster">
      <pc:chgData name="Богдан Богдан" userId="a802964b92d6464f" providerId="Windows Live" clId="Web-{1A130ECF-4018-4EDB-9032-FACBB5E82957}" dt="2021-01-13T21:36:14.655" v="301" actId="14100"/>
      <pc:docMkLst>
        <pc:docMk/>
      </pc:docMkLst>
      <pc:sldChg chg="addSp delSp modSp mod setBg modClrScheme setClrOvrMap chgLayout">
        <pc:chgData name="Богдан Богдан" userId="a802964b92d6464f" providerId="Windows Live" clId="Web-{1A130ECF-4018-4EDB-9032-FACBB5E82957}" dt="2021-01-13T21:23:09.559" v="145"/>
        <pc:sldMkLst>
          <pc:docMk/>
          <pc:sldMk cId="1351651579" sldId="256"/>
        </pc:sldMkLst>
        <pc:spChg chg="mod">
          <ac:chgData name="Богдан Богдан" userId="a802964b92d6464f" providerId="Windows Live" clId="Web-{1A130ECF-4018-4EDB-9032-FACBB5E82957}" dt="2021-01-13T21:22:51.777" v="140" actId="20577"/>
          <ac:spMkLst>
            <pc:docMk/>
            <pc:sldMk cId="1351651579" sldId="256"/>
            <ac:spMk id="2" creationId="{00000000-0000-0000-0000-000000000000}"/>
          </ac:spMkLst>
        </pc:spChg>
        <pc:spChg chg="del mod">
          <ac:chgData name="Богдан Богдан" userId="a802964b92d6464f" providerId="Windows Live" clId="Web-{1A130ECF-4018-4EDB-9032-FACBB5E82957}" dt="2021-01-13T21:20:39.446" v="76"/>
          <ac:spMkLst>
            <pc:docMk/>
            <pc:sldMk cId="1351651579" sldId="256"/>
            <ac:spMk id="3" creationId="{00000000-0000-0000-0000-000000000000}"/>
          </ac:spMkLst>
        </pc:spChg>
        <pc:spChg chg="add mod">
          <ac:chgData name="Богдан Богдан" userId="a802964b92d6464f" providerId="Windows Live" clId="Web-{1A130ECF-4018-4EDB-9032-FACBB5E82957}" dt="2021-01-13T21:23:05.699" v="143" actId="20577"/>
          <ac:spMkLst>
            <pc:docMk/>
            <pc:sldMk cId="1351651579" sldId="256"/>
            <ac:spMk id="8" creationId="{14FFB0E5-A35D-4488-87DD-A3AF20D6BC86}"/>
          </ac:spMkLst>
        </pc:spChg>
        <pc:spChg chg="add">
          <ac:chgData name="Богдан Богдан" userId="a802964b92d6464f" providerId="Windows Live" clId="Web-{1A130ECF-4018-4EDB-9032-FACBB5E82957}" dt="2021-01-13T21:18:37.990" v="26"/>
          <ac:spMkLst>
            <pc:docMk/>
            <pc:sldMk cId="1351651579" sldId="256"/>
            <ac:spMk id="9" creationId="{526E0BFB-CDF1-4990-8C11-AC849311E0A8}"/>
          </ac:spMkLst>
        </pc:spChg>
        <pc:spChg chg="add del mod">
          <ac:chgData name="Богдан Богдан" userId="a802964b92d6464f" providerId="Windows Live" clId="Web-{1A130ECF-4018-4EDB-9032-FACBB5E82957}" dt="2021-01-13T21:23:09.559" v="145"/>
          <ac:spMkLst>
            <pc:docMk/>
            <pc:sldMk cId="1351651579" sldId="256"/>
            <ac:spMk id="10" creationId="{76E495E8-FA6C-442C-89CF-DE0F7B7046E6}"/>
          </ac:spMkLst>
        </pc:spChg>
        <pc:spChg chg="add">
          <ac:chgData name="Богдан Богдан" userId="a802964b92d6464f" providerId="Windows Live" clId="Web-{1A130ECF-4018-4EDB-9032-FACBB5E82957}" dt="2021-01-13T21:18:37.990" v="26"/>
          <ac:spMkLst>
            <pc:docMk/>
            <pc:sldMk cId="1351651579" sldId="256"/>
            <ac:spMk id="11" creationId="{6069A1F8-9BEB-4786-9694-FC48B2D75D21}"/>
          </ac:spMkLst>
        </pc:spChg>
        <pc:spChg chg="add">
          <ac:chgData name="Богдан Богдан" userId="a802964b92d6464f" providerId="Windows Live" clId="Web-{1A130ECF-4018-4EDB-9032-FACBB5E82957}" dt="2021-01-13T21:18:37.990" v="26"/>
          <ac:spMkLst>
            <pc:docMk/>
            <pc:sldMk cId="1351651579" sldId="256"/>
            <ac:spMk id="13" creationId="{AF2F604E-43BE-4DC3-B983-E071523364F8}"/>
          </ac:spMkLst>
        </pc:spChg>
        <pc:spChg chg="add">
          <ac:chgData name="Богдан Богдан" userId="a802964b92d6464f" providerId="Windows Live" clId="Web-{1A130ECF-4018-4EDB-9032-FACBB5E82957}" dt="2021-01-13T21:18:37.990" v="26"/>
          <ac:spMkLst>
            <pc:docMk/>
            <pc:sldMk cId="1351651579" sldId="256"/>
            <ac:spMk id="15" creationId="{08C9B587-E65E-4B52-B37C-ABEBB6E87928}"/>
          </ac:spMkLst>
        </pc:spChg>
        <pc:picChg chg="add mod ord">
          <ac:chgData name="Богдан Богдан" userId="a802964b92d6464f" providerId="Windows Live" clId="Web-{1A130ECF-4018-4EDB-9032-FACBB5E82957}" dt="2021-01-13T21:18:37.990" v="26"/>
          <ac:picMkLst>
            <pc:docMk/>
            <pc:sldMk cId="1351651579" sldId="256"/>
            <ac:picMk id="4" creationId="{A08865BD-D9AE-4C07-A2D1-2DC89C11F361}"/>
          </ac:picMkLst>
        </pc:picChg>
        <pc:picChg chg="add del mod">
          <ac:chgData name="Богдан Богдан" userId="a802964b92d6464f" providerId="Windows Live" clId="Web-{1A130ECF-4018-4EDB-9032-FACBB5E82957}" dt="2021-01-13T21:18:17.005" v="25"/>
          <ac:picMkLst>
            <pc:docMk/>
            <pc:sldMk cId="1351651579" sldId="256"/>
            <ac:picMk id="5" creationId="{984B1D05-DF04-4939-AB63-5962BA72F1D6}"/>
          </ac:picMkLst>
        </pc:picChg>
        <pc:picChg chg="add mod">
          <ac:chgData name="Богдан Богдан" userId="a802964b92d6464f" providerId="Windows Live" clId="Web-{1A130ECF-4018-4EDB-9032-FACBB5E82957}" dt="2021-01-13T21:19:10.866" v="30" actId="1076"/>
          <ac:picMkLst>
            <pc:docMk/>
            <pc:sldMk cId="1351651579" sldId="256"/>
            <ac:picMk id="6" creationId="{0BEA61FA-4CEC-4CA3-BBE2-2D6C0D218739}"/>
          </ac:picMkLst>
        </pc:picChg>
      </pc:sldChg>
      <pc:sldChg chg="addSp delSp modSp new">
        <pc:chgData name="Богдан Богдан" userId="a802964b92d6464f" providerId="Windows Live" clId="Web-{1A130ECF-4018-4EDB-9032-FACBB5E82957}" dt="2021-01-13T21:27:14.049" v="177" actId="1076"/>
        <pc:sldMkLst>
          <pc:docMk/>
          <pc:sldMk cId="3133062576" sldId="257"/>
        </pc:sldMkLst>
        <pc:spChg chg="mod">
          <ac:chgData name="Богдан Богдан" userId="a802964b92d6464f" providerId="Windows Live" clId="Web-{1A130ECF-4018-4EDB-9032-FACBB5E82957}" dt="2021-01-13T21:23:22.543" v="156" actId="20577"/>
          <ac:spMkLst>
            <pc:docMk/>
            <pc:sldMk cId="3133062576" sldId="257"/>
            <ac:spMk id="2" creationId="{BC104B23-E2AD-444C-84B9-EA75DB76DA1A}"/>
          </ac:spMkLst>
        </pc:spChg>
        <pc:spChg chg="del">
          <ac:chgData name="Богдан Богдан" userId="a802964b92d6464f" providerId="Windows Live" clId="Web-{1A130ECF-4018-4EDB-9032-FACBB5E82957}" dt="2021-01-13T21:27:10.439" v="174"/>
          <ac:spMkLst>
            <pc:docMk/>
            <pc:sldMk cId="3133062576" sldId="257"/>
            <ac:spMk id="3" creationId="{1E7FA439-0487-4788-856C-7CB65A63D1DB}"/>
          </ac:spMkLst>
        </pc:spChg>
        <pc:picChg chg="add mod ord">
          <ac:chgData name="Богдан Богдан" userId="a802964b92d6464f" providerId="Windows Live" clId="Web-{1A130ECF-4018-4EDB-9032-FACBB5E82957}" dt="2021-01-13T21:27:14.049" v="177" actId="1076"/>
          <ac:picMkLst>
            <pc:docMk/>
            <pc:sldMk cId="3133062576" sldId="257"/>
            <ac:picMk id="4" creationId="{15C86EE6-BC5B-4D73-84F5-012F2996C833}"/>
          </ac:picMkLst>
        </pc:picChg>
      </pc:sldChg>
      <pc:sldChg chg="modSp new">
        <pc:chgData name="Богдан Богдан" userId="a802964b92d6464f" providerId="Windows Live" clId="Web-{1A130ECF-4018-4EDB-9032-FACBB5E82957}" dt="2021-01-13T21:24:08.669" v="165" actId="20577"/>
        <pc:sldMkLst>
          <pc:docMk/>
          <pc:sldMk cId="2008067226" sldId="258"/>
        </pc:sldMkLst>
        <pc:spChg chg="mod">
          <ac:chgData name="Богдан Богдан" userId="a802964b92d6464f" providerId="Windows Live" clId="Web-{1A130ECF-4018-4EDB-9032-FACBB5E82957}" dt="2021-01-13T21:24:08.669" v="165" actId="20577"/>
          <ac:spMkLst>
            <pc:docMk/>
            <pc:sldMk cId="2008067226" sldId="258"/>
            <ac:spMk id="2" creationId="{2F0BE5E8-FF7B-461A-BD45-1431D2FE8523}"/>
          </ac:spMkLst>
        </pc:spChg>
      </pc:sldChg>
      <pc:sldChg chg="modSp new">
        <pc:chgData name="Богдан Богдан" userId="a802964b92d6464f" providerId="Windows Live" clId="Web-{1A130ECF-4018-4EDB-9032-FACBB5E82957}" dt="2021-01-13T21:24:13.357" v="173" actId="20577"/>
        <pc:sldMkLst>
          <pc:docMk/>
          <pc:sldMk cId="586901072" sldId="259"/>
        </pc:sldMkLst>
        <pc:spChg chg="mod">
          <ac:chgData name="Богдан Богдан" userId="a802964b92d6464f" providerId="Windows Live" clId="Web-{1A130ECF-4018-4EDB-9032-FACBB5E82957}" dt="2021-01-13T21:24:13.357" v="173" actId="20577"/>
          <ac:spMkLst>
            <pc:docMk/>
            <pc:sldMk cId="586901072" sldId="259"/>
            <ac:spMk id="2" creationId="{A60FC450-593E-4B99-9671-71A066B0D35B}"/>
          </ac:spMkLst>
        </pc:spChg>
      </pc:sldChg>
      <pc:sldChg chg="addSp delSp modSp new">
        <pc:chgData name="Богдан Богдан" userId="a802964b92d6464f" providerId="Windows Live" clId="Web-{1A130ECF-4018-4EDB-9032-FACBB5E82957}" dt="2021-01-13T21:36:14.655" v="301" actId="14100"/>
        <pc:sldMkLst>
          <pc:docMk/>
          <pc:sldMk cId="2988410869" sldId="260"/>
        </pc:sldMkLst>
        <pc:spChg chg="del">
          <ac:chgData name="Богдан Богдан" userId="a802964b92d6464f" providerId="Windows Live" clId="Web-{1A130ECF-4018-4EDB-9032-FACBB5E82957}" dt="2021-01-13T21:32:07.478" v="192"/>
          <ac:spMkLst>
            <pc:docMk/>
            <pc:sldMk cId="2988410869" sldId="260"/>
            <ac:spMk id="2" creationId="{1DBC0064-E121-4AC4-A608-870C67A98C12}"/>
          </ac:spMkLst>
        </pc:spChg>
        <pc:spChg chg="del mod">
          <ac:chgData name="Богдан Богдан" userId="a802964b92d6464f" providerId="Windows Live" clId="Web-{1A130ECF-4018-4EDB-9032-FACBB5E82957}" dt="2021-01-13T21:32:32.588" v="196"/>
          <ac:spMkLst>
            <pc:docMk/>
            <pc:sldMk cId="2988410869" sldId="260"/>
            <ac:spMk id="3" creationId="{EBE7A267-AE5C-4C11-A999-91D0BAB532A6}"/>
          </ac:spMkLst>
        </pc:spChg>
        <pc:spChg chg="add mod">
          <ac:chgData name="Богдан Богдан" userId="a802964b92d6464f" providerId="Windows Live" clId="Web-{1A130ECF-4018-4EDB-9032-FACBB5E82957}" dt="2021-01-13T21:33:56.293" v="227" actId="1076"/>
          <ac:spMkLst>
            <pc:docMk/>
            <pc:sldMk cId="2988410869" sldId="260"/>
            <ac:spMk id="6" creationId="{789C0FE6-6719-4FDE-BA8A-B04E0EE43AD8}"/>
          </ac:spMkLst>
        </pc:spChg>
        <pc:spChg chg="add mod">
          <ac:chgData name="Богдан Богдан" userId="a802964b92d6464f" providerId="Windows Live" clId="Web-{1A130ECF-4018-4EDB-9032-FACBB5E82957}" dt="2021-01-13T21:36:14.655" v="301" actId="14100"/>
          <ac:spMkLst>
            <pc:docMk/>
            <pc:sldMk cId="2988410869" sldId="260"/>
            <ac:spMk id="7" creationId="{E635588A-EF22-4A82-AD65-8C674D6FB5FF}"/>
          </ac:spMkLst>
        </pc:spChg>
        <pc:picChg chg="add mod">
          <ac:chgData name="Богдан Богдан" userId="a802964b92d6464f" providerId="Windows Live" clId="Web-{1A130ECF-4018-4EDB-9032-FACBB5E82957}" dt="2021-01-13T21:33:26.683" v="218" actId="1076"/>
          <ac:picMkLst>
            <pc:docMk/>
            <pc:sldMk cId="2988410869" sldId="260"/>
            <ac:picMk id="4" creationId="{465D2090-DF0E-4AF2-B4E3-1C9382466C14}"/>
          </ac:picMkLst>
        </pc:picChg>
      </pc:sldChg>
      <pc:sldMasterChg chg="del delSldLayout">
        <pc:chgData name="Богдан Богдан" userId="a802964b92d6464f" providerId="Windows Live" clId="Web-{1A130ECF-4018-4EDB-9032-FACBB5E82957}" dt="2021-01-13T21:18:37.990" v="26"/>
        <pc:sldMasterMkLst>
          <pc:docMk/>
          <pc:sldMasterMk cId="3154979492" sldId="2147483648"/>
        </pc:sldMasterMkLst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161079921" sldId="2147483649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2703711724" sldId="2147483650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4076369896" sldId="2147483651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2625762208" sldId="2147483652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188002762" sldId="2147483653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2295335545" sldId="2147483654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1988754143" sldId="2147483655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3665695281" sldId="2147483656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2134169247" sldId="2147483657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2065727480" sldId="2147483658"/>
          </pc:sldLayoutMkLst>
        </pc:sldLayoutChg>
        <pc:sldLayoutChg chg="del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3154979492" sldId="2147483648"/>
            <pc:sldLayoutMk cId="812261758" sldId="2147483659"/>
          </pc:sldLayoutMkLst>
        </pc:sldLayoutChg>
      </pc:sldMasterChg>
      <pc:sldMasterChg chg="add addSldLayout">
        <pc:chgData name="Богдан Богдан" userId="a802964b92d6464f" providerId="Windows Live" clId="Web-{1A130ECF-4018-4EDB-9032-FACBB5E82957}" dt="2021-01-13T21:18:37.990" v="26"/>
        <pc:sldMasterMkLst>
          <pc:docMk/>
          <pc:sldMasterMk cId="2800740243" sldId="2147483725"/>
        </pc:sldMasterMkLst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619094295" sldId="2147483714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3428480023" sldId="2147483715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3792066870" sldId="2147483716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998737514" sldId="2147483717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3421822957" sldId="2147483718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2571342470" sldId="2147483719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3097761680" sldId="2147483720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1607131196" sldId="2147483721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3983444978" sldId="2147483722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1309364077" sldId="2147483723"/>
          </pc:sldLayoutMkLst>
        </pc:sldLayoutChg>
        <pc:sldLayoutChg chg="add">
          <pc:chgData name="Богдан Богдан" userId="a802964b92d6464f" providerId="Windows Live" clId="Web-{1A130ECF-4018-4EDB-9032-FACBB5E82957}" dt="2021-01-13T21:18:37.990" v="26"/>
          <pc:sldLayoutMkLst>
            <pc:docMk/>
            <pc:sldMasterMk cId="2800740243" sldId="2147483725"/>
            <pc:sldLayoutMk cId="3263724605" sldId="2147483724"/>
          </pc:sldLayoutMkLst>
        </pc:sldLayoutChg>
      </pc:sldMasterChg>
    </pc:docChg>
  </pc:docChgLst>
  <pc:docChgLst>
    <pc:chgData name="Богдан Богдан" userId="a802964b92d6464f" providerId="Windows Live" clId="Web-{2206DDCD-2723-48C8-AC13-B881E0ABA9D2}"/>
    <pc:docChg chg="modSld">
      <pc:chgData name="Богдан Богдан" userId="a802964b92d6464f" providerId="Windows Live" clId="Web-{2206DDCD-2723-48C8-AC13-B881E0ABA9D2}" dt="2021-01-14T12:28:01.316" v="517" actId="20577"/>
      <pc:docMkLst>
        <pc:docMk/>
      </pc:docMkLst>
      <pc:sldChg chg="addSp modSp">
        <pc:chgData name="Богдан Богдан" userId="a802964b92d6464f" providerId="Windows Live" clId="Web-{2206DDCD-2723-48C8-AC13-B881E0ABA9D2}" dt="2021-01-14T12:03:44.693" v="160" actId="14100"/>
        <pc:sldMkLst>
          <pc:docMk/>
          <pc:sldMk cId="3133062576" sldId="257"/>
        </pc:sldMkLst>
        <pc:spChg chg="add mod">
          <ac:chgData name="Богдан Богдан" userId="a802964b92d6464f" providerId="Windows Live" clId="Web-{2206DDCD-2723-48C8-AC13-B881E0ABA9D2}" dt="2021-01-14T12:03:44.693" v="160" actId="14100"/>
          <ac:spMkLst>
            <pc:docMk/>
            <pc:sldMk cId="3133062576" sldId="257"/>
            <ac:spMk id="3" creationId="{E9F11A06-D1D2-47FD-983E-7970541291DD}"/>
          </ac:spMkLst>
        </pc:spChg>
        <pc:picChg chg="mod">
          <ac:chgData name="Богдан Богдан" userId="a802964b92d6464f" providerId="Windows Live" clId="Web-{2206DDCD-2723-48C8-AC13-B881E0ABA9D2}" dt="2021-01-14T12:03:41.848" v="159" actId="1076"/>
          <ac:picMkLst>
            <pc:docMk/>
            <pc:sldMk cId="3133062576" sldId="257"/>
            <ac:picMk id="4" creationId="{15C86EE6-BC5B-4D73-84F5-012F2996C833}"/>
          </ac:picMkLst>
        </pc:picChg>
      </pc:sldChg>
      <pc:sldChg chg="modSp">
        <pc:chgData name="Богдан Богдан" userId="a802964b92d6464f" providerId="Windows Live" clId="Web-{2206DDCD-2723-48C8-AC13-B881E0ABA9D2}" dt="2021-01-14T12:28:01.316" v="517" actId="20577"/>
        <pc:sldMkLst>
          <pc:docMk/>
          <pc:sldMk cId="2008067226" sldId="258"/>
        </pc:sldMkLst>
        <pc:spChg chg="mod">
          <ac:chgData name="Богдан Богдан" userId="a802964b92d6464f" providerId="Windows Live" clId="Web-{2206DDCD-2723-48C8-AC13-B881E0ABA9D2}" dt="2021-01-14T12:28:01.316" v="517" actId="20577"/>
          <ac:spMkLst>
            <pc:docMk/>
            <pc:sldMk cId="2008067226" sldId="258"/>
            <ac:spMk id="3" creationId="{46B7875D-BEF0-4E16-8C51-AB30BC3837DB}"/>
          </ac:spMkLst>
        </pc:spChg>
      </pc:sldChg>
    </pc:docChg>
  </pc:docChgLst>
  <pc:docChgLst>
    <pc:chgData clId="Web-{1A130ECF-4018-4EDB-9032-FACBB5E82957}"/>
    <pc:docChg chg="modSld">
      <pc:chgData name="" userId="" providerId="" clId="Web-{1A130ECF-4018-4EDB-9032-FACBB5E82957}" dt="2021-01-13T21:14:26.734" v="1" actId="20577"/>
      <pc:docMkLst>
        <pc:docMk/>
      </pc:docMkLst>
      <pc:sldChg chg="modSp">
        <pc:chgData name="" userId="" providerId="" clId="Web-{1A130ECF-4018-4EDB-9032-FACBB5E82957}" dt="2021-01-13T21:14:26.734" v="1" actId="20577"/>
        <pc:sldMkLst>
          <pc:docMk/>
          <pc:sldMk cId="1351651579" sldId="256"/>
        </pc:sldMkLst>
        <pc:spChg chg="mod">
          <ac:chgData name="" userId="" providerId="" clId="Web-{1A130ECF-4018-4EDB-9032-FACBB5E82957}" dt="2021-01-13T21:14:26.734" v="1" actId="20577"/>
          <ac:spMkLst>
            <pc:docMk/>
            <pc:sldMk cId="1351651579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7761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13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44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6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2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2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9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48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6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3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42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4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A08865BD-D9AE-4C07-A2D1-2DC89C11F3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04" r="7796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cs typeface="Calibri Light"/>
              </a:rPr>
              <a:t>Проект </a:t>
            </a:r>
            <a:r>
              <a:rPr lang="ru-RU" sz="4800" dirty="0" err="1">
                <a:solidFill>
                  <a:schemeClr val="accent1">
                    <a:lumMod val="60000"/>
                    <a:lumOff val="40000"/>
                  </a:schemeClr>
                </a:solidFill>
                <a:cs typeface="Calibri Light"/>
              </a:rPr>
              <a:t>PyGame</a:t>
            </a:r>
            <a:endParaRPr lang="ru-RU" sz="4800">
              <a:solidFill>
                <a:schemeClr val="accent1">
                  <a:lumMod val="60000"/>
                  <a:lumOff val="40000"/>
                </a:schemeClr>
              </a:solidFill>
              <a:cs typeface="Calibri Ligh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6" descr="Изображение выглядит как рисунок&#10;&#10;Автоматически созданное описание">
            <a:extLst>
              <a:ext uri="{FF2B5EF4-FFF2-40B4-BE49-F238E27FC236}">
                <a16:creationId xmlns:a16="http://schemas.microsoft.com/office/drawing/2014/main" id="{0BEA61FA-4CEC-4CA3-BBE2-2D6C0D218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38" y="5806"/>
            <a:ext cx="2743200" cy="822960"/>
          </a:xfrm>
          <a:prstGeom prst="rect">
            <a:avLst/>
          </a:prstGeom>
        </p:spPr>
      </p:pic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14FFB0E5-A35D-4488-87DD-A3AF20D6B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46357" y="4473447"/>
            <a:ext cx="6404331" cy="224332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ctr"/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Авторы:</a:t>
            </a:r>
          </a:p>
          <a:p>
            <a:pPr algn="ctr"/>
            <a:r>
              <a:rPr lang="ru-RU" dirty="0"/>
              <a:t>Горский Богдан и Ноженков Николай</a:t>
            </a:r>
          </a:p>
          <a:p>
            <a:pPr algn="ctr"/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Преподаватель:</a:t>
            </a:r>
          </a:p>
          <a:p>
            <a:pPr algn="ctr"/>
            <a:r>
              <a:rPr lang="ru-RU" dirty="0" err="1"/>
              <a:t>Пусева</a:t>
            </a:r>
            <a:r>
              <a:rPr lang="ru-RU" dirty="0"/>
              <a:t> Ольга </a:t>
            </a:r>
            <a:r>
              <a:rPr lang="ru-RU" dirty="0" err="1"/>
              <a:t>Наиловна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04B23-E2AD-444C-84B9-EA75DB76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15C86EE6-BC5B-4D73-84F5-012F2996C8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32902" y="1987918"/>
            <a:ext cx="4160569" cy="369417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F11A06-D1D2-47FD-983E-7970541291DD}"/>
              </a:ext>
            </a:extLst>
          </p:cNvPr>
          <p:cNvSpPr txBox="1"/>
          <p:nvPr/>
        </p:nvSpPr>
        <p:spPr>
          <a:xfrm>
            <a:off x="496865" y="2208756"/>
            <a:ext cx="759703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/>
              <a:t>1. Создать игру на языке </a:t>
            </a:r>
            <a:r>
              <a:rPr lang="ru-RU" sz="2400" dirty="0" err="1"/>
              <a:t>Python</a:t>
            </a:r>
            <a:r>
              <a:rPr lang="ru-RU" sz="2400" dirty="0"/>
              <a:t>, используя библиотеку </a:t>
            </a:r>
            <a:r>
              <a:rPr lang="ru-RU" sz="2400" dirty="0" err="1"/>
              <a:t>PyGame</a:t>
            </a:r>
            <a:r>
              <a:rPr lang="ru-RU" sz="2400" dirty="0"/>
              <a:t>.</a:t>
            </a:r>
          </a:p>
          <a:p>
            <a:r>
              <a:rPr lang="ru-RU" sz="2400" dirty="0"/>
              <a:t>2. Развить стратегическое мышление пользователя.</a:t>
            </a:r>
          </a:p>
          <a:p>
            <a:r>
              <a:rPr lang="ru-RU" sz="2400" dirty="0"/>
              <a:t>3. Получить опыт в создании игр на языке </a:t>
            </a:r>
            <a:r>
              <a:rPr lang="ru-RU" sz="2400" err="1"/>
              <a:t>Python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3062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BE5E8-FF7B-461A-BD45-1431D2FE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B7875D-BEF0-4E16-8C51-AB30BC383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746" y="2164873"/>
            <a:ext cx="11608621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Как вы уже могли догадаться, наша игра является стратегией. Для создания было использовано большое количество библиотек, а в основе </a:t>
            </a:r>
            <a:r>
              <a:rPr lang="ru-RU"/>
              <a:t>содержится кросс-платформа PyGame. Проект состоит из 600-строчного кода и 2 вспомогательных папок. Код имеет четкую структуру, говорящие переменные, описания и состоит из огромного количества классов.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806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11" y="601538"/>
            <a:ext cx="6196473" cy="487859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198" y="601539"/>
            <a:ext cx="5114951" cy="487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51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0FC450-593E-4B99-9671-71A066B0D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Пути развития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3D7836-00E5-4122-8207-6E5D9571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Есть возможность добавить</a:t>
            </a:r>
            <a:r>
              <a:rPr lang="en-GB" dirty="0" smtClean="0"/>
              <a:t>:</a:t>
            </a:r>
          </a:p>
          <a:p>
            <a:r>
              <a:rPr lang="ru-RU" dirty="0" smtClean="0"/>
              <a:t>Новые режимы игры</a:t>
            </a:r>
          </a:p>
          <a:p>
            <a:r>
              <a:rPr lang="ru-RU" dirty="0" smtClean="0"/>
              <a:t>Новые клетки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690107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112</Words>
  <Application>Microsoft Office PowerPoint</Application>
  <PresentationFormat>Широкоэкранный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Avenir Next LT Pro</vt:lpstr>
      <vt:lpstr>Calibri</vt:lpstr>
      <vt:lpstr>Calibri Light</vt:lpstr>
      <vt:lpstr>AccentBoxVTI</vt:lpstr>
      <vt:lpstr>Проект PyGame</vt:lpstr>
      <vt:lpstr>Цели и задачи</vt:lpstr>
      <vt:lpstr>Реализация проекта</vt:lpstr>
      <vt:lpstr>Презентация PowerPoint</vt:lpstr>
      <vt:lpstr>Пути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Администратор</cp:lastModifiedBy>
  <cp:revision>151</cp:revision>
  <dcterms:created xsi:type="dcterms:W3CDTF">2021-01-13T21:14:17Z</dcterms:created>
  <dcterms:modified xsi:type="dcterms:W3CDTF">2021-01-14T13:29:03Z</dcterms:modified>
</cp:coreProperties>
</file>